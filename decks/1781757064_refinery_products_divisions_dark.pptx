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40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6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INTERNAL BRIEF · BANGKOK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8778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spc="-5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Products &amp;
Divisions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5074920"/>
            <a:ext cx="3840480" cy="0"/>
          </a:xfrm>
          <a:prstGeom prst="bentConnector3">
            <a:avLst/>
          </a:prstGeom>
          <a:ln w="19050">
            <a:solidFill>
              <a:srgbClr val="C94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2578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The full Refinery portfolio — every product and division, in detail.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Refinery.co · Internal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0" spc="-10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977639"/>
            <a:ext cx="4572000" cy="0"/>
          </a:xfrm>
          <a:prstGeom prst="bentConnector3">
            <a:avLst/>
          </a:prstGeom>
          <a:ln w="1270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One company, two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217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3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How Refinery is organized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Standalone brands with their own identity and accent — Flux, Alloy, Clueless, Damascus.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Divisions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Arms of the parent brand, carrying core Refinery orange — .co, .edu, .sol, .skills.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Every product and division refines raw input into precision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Bangkok-built. Thai-native where it counts. Industrial by design.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Refinery.co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Bangkok AI company and public face of the portfolio — refinery-agi.com.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Thai DBD company. THB 1,000,000 registered capital · 200,000 shares.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Art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Industrial — Bloomberg terminal, refinery control room, engineering manual.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mandate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Replace manual operations with autonomous, audited AI systems.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0" spc="-10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977639"/>
            <a:ext cx="4572000" cy="0"/>
          </a:xfrm>
          <a:prstGeom prst="bentConnector3">
            <a:avLst/>
          </a:prstGeom>
          <a:ln w="1270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217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3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FLAGSHIP · FLUX (ACMAG)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Flux — document intelligence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AI accounting and OCR platform. Any Thai or English document in, structured reconciled data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Who it serves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Thai SMEs and finance teams buried in invoices, receipts and statements.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Thai bank and tax native — Kasikorn, SCB, Bangkok Bank; Shopee, TikTok Shop, LINE OA.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 production. Live at refinery-agi.com/flux.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FLUX · 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Four stages, one pipeline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Raw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Any document, any format — Thai or English.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AI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OCR and language models extract, classify and reconcile every 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Human-in-the-loop review eliminates error before commit.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Precision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Structured data deployed into the accounting stack — QuickBooks, Xero.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FLUX ·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Under the hood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AI / OCR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Python orchestration — OCR and LLM document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Production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TypeScript — Bun · Elysia · Prisma · Supabase.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Production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React 18 · Vite · Tailwind · Supabase.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Accounting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ACMAG V0.4 — FastAPI + OCR, Thai bank and tax reporting engine.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PRODUCT · ALLOY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Alloy — the native browser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 native macOS (ARM64) browser built for AI workflows.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Swift / AppKit + WKWebView with a React chrome. Production build.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Why it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 controlled surface for agents — MCP integration, theme sync, deep automation.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feel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Industrial — brushed hairlines, mono labels. Accent steel.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PRODUCT · CLUELESS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Clueless — in teaser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New product. Public teaser live at /clueless, waitlist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feel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Terminal — scanlines, bracketed labels, mono. Accent green.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Early. Placeholder surface; full reveal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PRODUCT · DAMASCUS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Damascus — forging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Product brand in early formation.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feel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Bladed — diagonal grain, forged-steel register. Accent 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Brand established; build to follow.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ENGINE · 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OI — Offensive Intelligence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Persona-driven competitive-intelligence engine for macOS ARM64.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doctrine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Sun Tzu strategy under a five-layer guardrail — legal-only, public-surface.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Python engine + FastAPI + React/Tauri. ISO 29110 conformant.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 development.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SYSTEMS · R&amp;D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Internal systems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ATAGI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Multi-agent futures trading system. Python.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ACMAG_alg_v2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Core algorithm module — employees only.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ACMAG_setup and ACMAG_datasets — setup scripts and OCR mock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0" spc="-10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977639"/>
            <a:ext cx="4572000" cy="0"/>
          </a:xfrm>
          <a:prstGeom prst="bentConnector3">
            <a:avLst/>
          </a:prstGeom>
          <a:ln w="1270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Divisions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217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3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DIVISION · .CO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Refinery.co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The parent — public website and brand home at refinery-agi.com.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Bilingual EN/TH, light and dark, product pages for Flux, Alloy and Clueless.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Cloudflare Pages — HTML/CSS/JS, shared nav, motion system and a WebGL hero.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DIVISION · 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Refinery.edu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Education arm — teaching AI, agents and automation.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Foundations · Pro · Capstone. MCP, Agents, Claude API, prompt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Builds the talent pipeline and the market that buys the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DIVISION · .SOL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Refinery.sol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Solutions — custom enterprise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Bespoke AI systems and integrations. Enterprise from ฿49,000.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Where product capability meets a client's specific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DIVISION · .SKILLS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Refinery.skills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Revenue division — productized agentic skills.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12 agentic skills across four tiers, plus a 2,000-skill Elite Bundle.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Tier 4 Thai-native agents — gov docs, LINE, Revenue Dept. Only a Bangkok team ships these.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Built, not launched. Confidential.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.SKILLS · THE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The four tiers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97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4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Factories &amp; Analysts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154680"/>
            <a:ext cx="5074920" cy="0"/>
          </a:xfrm>
          <a:prstGeom prst="bentConnector3">
            <a:avLst/>
          </a:prstGeom>
          <a:ln w="9525">
            <a:solidFill>
              <a:srgbClr val="2B5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" y="3456432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383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Tier 1 · Factories — Pitch Machine, Content Engine, Proposal Factory.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23360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502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Tier 2 · Analysts — Business Intelligence, Deal Analyzer, Competitive Radar.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4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Operators &amp; Thai-Native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3154680"/>
            <a:ext cx="5074920" cy="0"/>
          </a:xfrm>
          <a:prstGeom prst="bentConnector3">
            <a:avLst/>
          </a:prstGeom>
          <a:ln w="9525">
            <a:solidFill>
              <a:srgbClr val="2B5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09360" y="3456432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383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Tier 3 · Operators — Hiring Autopilot, Board Pack, SOP Factory.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23360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9502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Tier 4 · Thai-Native — Gov Document, LINE Operator, Tax &amp; Finance.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97880" y="2697480"/>
            <a:ext cx="0" cy="3108960"/>
          </a:xfrm>
          <a:prstGeom prst="bentConnector3">
            <a:avLst/>
          </a:prstGeom>
          <a:ln w="635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.SKILLS · THE LADDER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The pricing ladder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74320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44368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฿990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67588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ENTRY — THAI OFFICE PACK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3484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36007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฿14,990+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36752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ELITE — FULL SUITE + 2,000 BUNDLE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5852160"/>
            <a:ext cx="6583680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40756" y="5747108"/>
            <a:ext cx="691286" cy="105051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643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6436" y="5436212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990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6676" y="5428769"/>
            <a:ext cx="691286" cy="423390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235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2356" y="5117873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3990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596" y="4792092"/>
            <a:ext cx="691286" cy="1060067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27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4481196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9990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8516" y="3200400"/>
            <a:ext cx="691286" cy="2651760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419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Elite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4196" y="288950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24990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BRAND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One skeleton, many feels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The constant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Dark/cream base, DM Serif Display + Urbanist, serif-initial mark with an orange dot.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Products differ by feel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Flux kinetic/amber · Alloy industrial/steel · Clueless terminal/green · Damascus bladed/red.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Divisions keep the 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.co, .edu, .sol and .skills differentiate by pattern, not hue.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37160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9144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We don't add headcount. We replace the process that needed 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5212080"/>
            <a:ext cx="1097280" cy="0"/>
          </a:xfrm>
          <a:prstGeom prst="bentConnector3">
            <a:avLst/>
          </a:prstGeom>
          <a:ln w="19050">
            <a:solidFill>
              <a:srgbClr val="1A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00200" y="5349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5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REFINERY · OPERATING THESIS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000" b="0" spc="-5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
everything.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4206240"/>
            <a:ext cx="3840480" cy="0"/>
          </a:xfrm>
          <a:prstGeom prst="bentConnector3">
            <a:avLst/>
          </a:prstGeom>
          <a:ln w="19050">
            <a:solidFill>
              <a:srgbClr val="C94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refinery-agi.com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83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jay.md@refinery-agi.com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Bangkok · Ratchada-Ramintra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7135" y="6126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8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