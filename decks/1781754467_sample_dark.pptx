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6400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spc="-3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Refinery</a:t>
            </a:r>
            <a:r>
              <a:rPr sz="1600" b="0">
                <a:solidFill>
                  <a:srgbClr val="C94A1A"/>
                </a:solidFill>
                <a:latin typeface="DM Serif Display"/>
                <a:cs typeface="Noto Sans Thai"/>
                <a:ea typeface="Noto Sans Tha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488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INDUSTRIAL AI · BANGKOK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87782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400" b="0" spc="-5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Your Operations.
Refined.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5074920"/>
            <a:ext cx="3840480" cy="0"/>
          </a:xfrm>
          <a:prstGeom prst="bentConnector3">
            <a:avLst/>
          </a:prstGeom>
          <a:ln w="19050">
            <a:solidFill>
              <a:srgbClr val="C94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525780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Document intelligence and autonomous workflow systems for Thai enterprise.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17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spc="12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Refinery.co  ·  www.refinery-agi.com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THE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02412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spc="-4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Four stages, one pipeline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286000"/>
            <a:ext cx="10545775" cy="0"/>
          </a:xfrm>
          <a:prstGeom prst="bentConnector3">
            <a:avLst/>
          </a:prstGeom>
          <a:ln w="9525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41248" y="2788920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Raw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8152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Invoices, receipts, statements — any document, any format, Thai or English.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3867911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77647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AI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1605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OCR and language models extract, classify and reconcile every line.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946903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85546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Refinement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3951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Human-in-the-loop review eliminates error before anything is committed.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6025895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934455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Precision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6318503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Structured data deployed straight into your accounting stack.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 spc="12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03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LIVE ·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024128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spc="-4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Throughput, measured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286000"/>
            <a:ext cx="10545775" cy="0"/>
          </a:xfrm>
          <a:prstGeom prst="bentConnector3">
            <a:avLst/>
          </a:prstGeom>
          <a:ln w="9525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" y="2743200"/>
            <a:ext cx="2971800" cy="1417320"/>
          </a:xfrm>
          <a:prstGeom prst="roundRect">
            <a:avLst>
              <a:gd name="adj" fmla="val 8960"/>
            </a:avLst>
          </a:prstGeom>
          <a:solidFill>
            <a:srgbClr val="22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944368"/>
            <a:ext cx="2423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spc="-50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63%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675887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3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FASTER MONTH-END CLOSE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434840"/>
            <a:ext cx="2971800" cy="1417320"/>
          </a:xfrm>
          <a:prstGeom prst="roundRect">
            <a:avLst>
              <a:gd name="adj" fmla="val 8960"/>
            </a:avLst>
          </a:prstGeom>
          <a:solidFill>
            <a:srgbClr val="22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636007"/>
            <a:ext cx="2423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spc="-50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87%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5367527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3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MANUAL ENTRY ELIMINATED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63440" y="5852160"/>
            <a:ext cx="6583680" cy="0"/>
          </a:xfrm>
          <a:prstGeom prst="bentConnector3">
            <a:avLst/>
          </a:prstGeom>
          <a:ln w="9525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40756" y="4679802"/>
            <a:ext cx="691286" cy="1172357"/>
          </a:xfrm>
          <a:prstGeom prst="roundRect">
            <a:avLst>
              <a:gd name="adj" fmla="val 12000"/>
            </a:avLst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6436" y="5907024"/>
            <a:ext cx="12399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spc="6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Q1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6436" y="4368906"/>
            <a:ext cx="12399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42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86676" y="4233190"/>
            <a:ext cx="691286" cy="1618969"/>
          </a:xfrm>
          <a:prstGeom prst="roundRect">
            <a:avLst>
              <a:gd name="adj" fmla="val 12000"/>
            </a:avLst>
          </a:prstGeom>
          <a:solidFill>
            <a:srgbClr val="1A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2356" y="5907024"/>
            <a:ext cx="12399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spc="6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Q2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2356" y="3922294"/>
            <a:ext cx="12399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58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32596" y="3870318"/>
            <a:ext cx="691286" cy="1981841"/>
          </a:xfrm>
          <a:prstGeom prst="roundRect">
            <a:avLst>
              <a:gd name="adj" fmla="val 12000"/>
            </a:avLst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8276" y="5907024"/>
            <a:ext cx="12399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spc="6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Q3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8276" y="3559422"/>
            <a:ext cx="12399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71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78516" y="3200400"/>
            <a:ext cx="691286" cy="2651760"/>
          </a:xfrm>
          <a:prstGeom prst="roundRect">
            <a:avLst>
              <a:gd name="adj" fmla="val 12000"/>
            </a:avLst>
          </a:prstGeom>
          <a:solidFill>
            <a:srgbClr val="1A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04196" y="5907024"/>
            <a:ext cx="12399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spc="6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Q4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04196" y="2889504"/>
            <a:ext cx="12399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95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115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 spc="12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05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